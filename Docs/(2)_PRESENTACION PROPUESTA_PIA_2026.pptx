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rial Narrow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jYiG45sE/Isdim+gG5PVrtcbJp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Narrow-bold.fntdata"/><Relationship Id="rId16" Type="http://schemas.openxmlformats.org/officeDocument/2006/relationships/font" Target="fonts/ArialNarrow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boldItalic.fntdata"/><Relationship Id="rId6" Type="http://schemas.openxmlformats.org/officeDocument/2006/relationships/slide" Target="slides/slide1.xml"/><Relationship Id="rId18" Type="http://schemas.openxmlformats.org/officeDocument/2006/relationships/font" Target="fonts/ArialNarrow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jp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jpg"/><Relationship Id="rId6" Type="http://schemas.openxmlformats.org/officeDocument/2006/relationships/image" Target="../media/image11.png"/><Relationship Id="rId7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473920" y="453419"/>
            <a:ext cx="659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s-ES" sz="5400">
                <a:solidFill>
                  <a:srgbClr val="FFFFFF"/>
                </a:solidFill>
              </a:rPr>
              <a:t>Javiera Reporta</a:t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3400263" y="1458450"/>
            <a:ext cx="28935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500">
                <a:solidFill>
                  <a:srgbClr val="F1C232"/>
                </a:solidFill>
              </a:rPr>
              <a:t>-Juliana Soto Pinilla</a:t>
            </a:r>
            <a:endParaRPr b="1" sz="1500">
              <a:solidFill>
                <a:srgbClr val="F1C2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500">
                <a:solidFill>
                  <a:srgbClr val="F1C232"/>
                </a:solidFill>
              </a:rPr>
              <a:t>-Juan José Fajardo Torres</a:t>
            </a:r>
            <a:endParaRPr b="1" sz="1500">
              <a:solidFill>
                <a:srgbClr val="F1C2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500">
                <a:solidFill>
                  <a:srgbClr val="F1C232"/>
                </a:solidFill>
              </a:rPr>
              <a:t>-Juan José Franco Mosquera</a:t>
            </a:r>
            <a:endParaRPr b="1" sz="1500">
              <a:solidFill>
                <a:srgbClr val="F1C2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500">
                <a:solidFill>
                  <a:srgbClr val="F1C232"/>
                </a:solidFill>
              </a:rPr>
              <a:t>-Sofia Yepes Murillo</a:t>
            </a:r>
            <a:endParaRPr b="1" sz="1500">
              <a:solidFill>
                <a:srgbClr val="F1C2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500">
                <a:solidFill>
                  <a:srgbClr val="F1C232"/>
                </a:solidFill>
              </a:rPr>
              <a:t>-Samantha Gaviria Tangarife</a:t>
            </a:r>
            <a:endParaRPr b="1" sz="1500">
              <a:solidFill>
                <a:srgbClr val="F1C23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500">
                <a:solidFill>
                  <a:srgbClr val="F1C232"/>
                </a:solidFill>
              </a:rPr>
              <a:t>-Samuel Arango Uribe</a:t>
            </a:r>
            <a:endParaRPr b="1" i="1" sz="1500">
              <a:solidFill>
                <a:srgbClr val="F1C23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438128" y="3971072"/>
            <a:ext cx="681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Institución Educativa </a:t>
            </a:r>
            <a:r>
              <a:rPr b="1" lang="es-ES" sz="1200">
                <a:solidFill>
                  <a:schemeClr val="lt1"/>
                </a:solidFill>
              </a:rPr>
              <a:t>Javiera Londoño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 de formación:</a:t>
            </a:r>
            <a:r>
              <a:rPr b="1" i="0" lang="es-E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ES" sz="1200">
                <a:solidFill>
                  <a:schemeClr val="lt1"/>
                </a:solidFill>
              </a:rPr>
              <a:t>Media Técnica en Desarrollo de Software</a:t>
            </a:r>
            <a:endParaRPr b="1" sz="12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Grado: </a:t>
            </a:r>
            <a:r>
              <a:rPr b="1" lang="es-ES" sz="1200">
                <a:solidFill>
                  <a:schemeClr val="lt1"/>
                </a:solidFill>
              </a:rPr>
              <a:t>10</a:t>
            </a: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°3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6357261" y="371753"/>
            <a:ext cx="2569028" cy="130882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 txBox="1"/>
          <p:nvPr/>
        </p:nvSpPr>
        <p:spPr>
          <a:xfrm>
            <a:off x="4669211" y="3489962"/>
            <a:ext cx="3087300" cy="400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Formar- Servir - Cuidar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PROYECTO INTEGRADOR DE AULA -PIA-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2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4851921" y="968912"/>
            <a:ext cx="3085319" cy="156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 txBox="1"/>
          <p:nvPr/>
        </p:nvSpPr>
        <p:spPr>
          <a:xfrm>
            <a:off x="1044675" y="1940600"/>
            <a:ext cx="70548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ES"/>
              <a:t>Una parte de la comunidad educativa no cuenta con un medio adecuado para expresar quejas, inquietudes o necesidades, lo que reduce la participación. Además, la falta de un sistema organizado para gestionar solicitudes de mantenimiento genera demoras, escaso seguimiento y afecta el funcionamiento institucional.</a:t>
            </a:r>
            <a:endParaRPr b="1"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6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  <a:endParaRPr/>
          </a:p>
        </p:txBody>
      </p:sp>
      <p:pic>
        <p:nvPicPr>
          <p:cNvPr id="51" name="Google Shape;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 txBox="1"/>
          <p:nvPr/>
        </p:nvSpPr>
        <p:spPr>
          <a:xfrm>
            <a:off x="421481" y="1213706"/>
            <a:ext cx="83763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600">
                <a:latin typeface="Arial Narrow"/>
                <a:ea typeface="Arial Narrow"/>
                <a:cs typeface="Arial Narrow"/>
                <a:sym typeface="Arial Narrow"/>
              </a:rPr>
              <a:t>I</a:t>
            </a:r>
            <a:r>
              <a:rPr b="1" i="1" lang="es-ES" sz="1600">
                <a:latin typeface="Arial Narrow"/>
                <a:ea typeface="Arial Narrow"/>
                <a:cs typeface="Arial Narrow"/>
                <a:sym typeface="Arial Narrow"/>
              </a:rPr>
              <a:t>mplementar una aplicación web que permita mejorar la gestión de los requerimientos de mantenimiento en el colegio, facilitando el registro, la organización y el seguimiento de las solicitudes para brindar una atención más eficiente y oportuna. </a:t>
            </a:r>
            <a:endParaRPr b="1"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ES" sz="1200"/>
              <a:t>Objetivos específicos:</a:t>
            </a:r>
            <a:endParaRPr b="1" i="1" sz="1200"/>
          </a:p>
          <a:p>
            <a:pPr indent="-3048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i="1" lang="es-ES" sz="1200"/>
              <a:t>Registrar solicitudes de mantenimiento de manera organizada.</a:t>
            </a:r>
            <a:endParaRPr b="1" i="1" sz="1200"/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i="1" lang="es-ES" sz="1200"/>
              <a:t>Realizar seguimiento al estado de cada requerimiento.</a:t>
            </a:r>
            <a:endParaRPr b="1" i="1" sz="1200"/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i="1" lang="es-ES" sz="1200"/>
              <a:t>Mejorar la comunicación entre los usuarios y el área encargada.</a:t>
            </a:r>
            <a:endParaRPr b="1" i="1" sz="1200"/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i="1" lang="es-ES" sz="1200"/>
              <a:t>Reducir los tiempos de respuesta y optimizar la atención de las solicitudes.</a:t>
            </a:r>
            <a:endParaRPr b="1" i="1" sz="1200"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/>
          <p:nvPr/>
        </p:nvSpPr>
        <p:spPr>
          <a:xfrm>
            <a:off x="860847" y="1779900"/>
            <a:ext cx="7422300" cy="15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ES" sz="1100"/>
              <a:t>El proyecto se desarrollará en 4 etapas:</a:t>
            </a:r>
            <a:endParaRPr b="1" i="1" sz="1100"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i="1" lang="es-ES" sz="1100"/>
              <a:t>Análisis de requerimientos:</a:t>
            </a:r>
            <a:r>
              <a:rPr i="1" lang="es-ES" sz="1100"/>
              <a:t> Identificación de la problemática y recopilación de información para definir las necesidades del sistema.</a:t>
            </a:r>
            <a:endParaRPr i="1" sz="11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i="1" lang="es-ES" sz="1100"/>
              <a:t>Diseño del sistema:</a:t>
            </a:r>
            <a:r>
              <a:rPr i="1" lang="es-ES" sz="1100"/>
              <a:t> Creación de la base de datos, interfaces y flujo de gestión.</a:t>
            </a:r>
            <a:endParaRPr i="1" sz="11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i="1" lang="es-ES" sz="1100"/>
              <a:t>Desarrollo de la aplicación:</a:t>
            </a:r>
            <a:r>
              <a:rPr i="1" lang="es-ES" sz="1100"/>
              <a:t> Implementación de las funciones de registro, seguimiento y consulta de requerimientos.</a:t>
            </a:r>
            <a:endParaRPr i="1" sz="11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i="1" lang="es-ES" sz="1100"/>
              <a:t>Pruebas y documentación:</a:t>
            </a:r>
            <a:r>
              <a:rPr i="1" lang="es-ES" sz="1100"/>
              <a:t> Realización de pruebas, correcciones y elaboración de la documentación fina</a:t>
            </a:r>
            <a:endParaRPr i="1" sz="1300"/>
          </a:p>
        </p:txBody>
      </p:sp>
      <p:pic>
        <p:nvPicPr>
          <p:cNvPr id="62" name="Google Shape;62;p6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8187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RESULTADOS Y PRODU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860859" y="2093844"/>
            <a:ext cx="74223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-ES" sz="1700"/>
              <a:t>Contar con una aplicación web funcional que permita registrar y dar seguimiento a las solicitudes de mantenimiento, mejorando la comunicación y reduciendo los tiempos de respuesta en el colegio</a:t>
            </a:r>
            <a:endParaRPr b="0" i="1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4375" y="1987546"/>
            <a:ext cx="533400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 txBox="1"/>
          <p:nvPr/>
        </p:nvSpPr>
        <p:spPr>
          <a:xfrm>
            <a:off x="860850" y="2072400"/>
            <a:ext cx="74223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/>
              <a:t>Fuentes de información utilizadas en el proyecto, como libros, artículos y páginas web relacionadas con el desarrollo de software, organizadas bajo normas APA e incluyendo las referencias de imágenes, tablas y figuras empleadas.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0"/>
          <p:cNvPicPr preferRelativeResize="0"/>
          <p:nvPr/>
        </p:nvPicPr>
        <p:blipFill rotWithShape="1">
          <a:blip r:embed="rId5">
            <a:alphaModFix/>
          </a:blip>
          <a:srcRect b="12335" l="9033" r="0" t="9933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1125625" y="2085025"/>
            <a:ext cx="3045900" cy="17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solidFill>
                  <a:srgbClr val="222222"/>
                </a:solidFill>
              </a:rPr>
              <a:t>-Juliana Soto Pinilla</a:t>
            </a:r>
            <a:endParaRPr sz="15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solidFill>
                  <a:srgbClr val="222222"/>
                </a:solidFill>
              </a:rPr>
              <a:t>-Juan José Fajardo Torres</a:t>
            </a:r>
            <a:endParaRPr sz="15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solidFill>
                  <a:srgbClr val="222222"/>
                </a:solidFill>
              </a:rPr>
              <a:t>-Juan José Franco Mosquera</a:t>
            </a:r>
            <a:endParaRPr sz="15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solidFill>
                  <a:srgbClr val="222222"/>
                </a:solidFill>
              </a:rPr>
              <a:t>-Sofia Yepes Murillo</a:t>
            </a:r>
            <a:endParaRPr sz="15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solidFill>
                  <a:srgbClr val="222222"/>
                </a:solidFill>
              </a:rPr>
              <a:t>-Samantha Gaviria Tangarife</a:t>
            </a:r>
            <a:endParaRPr sz="15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500">
                <a:solidFill>
                  <a:srgbClr val="222222"/>
                </a:solidFill>
              </a:rPr>
              <a:t>-Samuel Arango Uribe</a:t>
            </a:r>
            <a:endParaRPr i="1" sz="1500">
              <a:solidFill>
                <a:srgbClr val="222222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7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1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7595116" y="106759"/>
            <a:ext cx="1331171" cy="71433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 txBox="1"/>
          <p:nvPr/>
        </p:nvSpPr>
        <p:spPr>
          <a:xfrm>
            <a:off x="1822580" y="3293225"/>
            <a:ext cx="3087286" cy="4001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Formar- Servir - Cuidar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Natalia Andrea Saldarriaga</dc:creator>
</cp:coreProperties>
</file>